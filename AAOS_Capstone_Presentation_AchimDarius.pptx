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05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a basic AAOS app that reads real-time vehicle signals and shows them on the UI. Flow: the app connects with Car.createCar(), obtains CarPropertyManager, reads static info with getProperty() and subscribes to dynamic properties with callbacks. The emulator's VHAL properties panel simulates the vehicle signals. Mention: language Java, MinSDK 29, manifest declares android.hardware.type.automotive.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idea: change PERF_VEHICLE_SPEED, FUEL_LEVEL and GEAR_SELECTION in the emulator's VHAL properties panel and show values updating instantly. Then toggle NIGHT_MODE for the live theme switch, and drop fuel below 20% to trigger the red alert. The graph fills as the demo runs. All three optional enhancements from the project brief are implemented: alerts, theme customization, historical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message: the interesting part of this project was not displaying values, but understanding the AAOS security and UX model — what a third-party app may and may not access, and how to fail gracefully. If asked about RPM: the real property was requested first; the estimation only kicks in after a SecurityException, and it is labeled.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62764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Vehicle Property Dashboard App in AAOS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258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1  ·  Android Automotive OS  ·  Java  ·  Darius Achim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real-time vehicle signals through the AAOS Car API and displays them on an automotive-optimized dashboard, with live updates from the Vehicle HAL.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1993392" cy="96012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 w="19050">
            <a:solidFill>
              <a:srgbClr val="FF57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287121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App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324612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· Views UI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542032" y="294436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926080" y="2743200"/>
            <a:ext cx="1993392" cy="96012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926080" y="287121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API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926080" y="324612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Car.createCar()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19472" y="294436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303520" y="2743200"/>
            <a:ext cx="1993392" cy="96012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303520" y="287121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CarPropertyManager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303520" y="324612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get() + callbacks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296912" y="294436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7680960" y="2743200"/>
            <a:ext cx="1993392" cy="96012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680960" y="287121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HAL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680960" y="324612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properties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674352" y="294436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10058400" y="2743200"/>
            <a:ext cx="1993392" cy="96012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058400" y="287121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AAOS Emulator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0058400" y="324612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VHAL properties panel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PROPERTIES USED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4572000"/>
            <a:ext cx="1832458" cy="420624"/>
          </a:xfrm>
          <a:prstGeom prst="roundRect">
            <a:avLst>
              <a:gd name="adj" fmla="val 47826"/>
            </a:avLst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8640" y="4572000"/>
            <a:ext cx="18324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PERF_VEHICLE_SPEED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545690" y="4572000"/>
            <a:ext cx="1188720" cy="420624"/>
          </a:xfrm>
          <a:prstGeom prst="roundRect">
            <a:avLst>
              <a:gd name="adj" fmla="val 47826"/>
            </a:avLst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545690" y="45720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FUEL_LEVEL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899002" y="4572000"/>
            <a:ext cx="1510589" cy="420624"/>
          </a:xfrm>
          <a:prstGeom prst="roundRect">
            <a:avLst>
              <a:gd name="adj" fmla="val 47826"/>
            </a:avLst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899002" y="4572000"/>
            <a:ext cx="151058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GEAR_SELECTION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574182" y="4572000"/>
            <a:ext cx="2798064" cy="420624"/>
          </a:xfrm>
          <a:prstGeom prst="roundRect">
            <a:avLst>
              <a:gd name="adj" fmla="val 47826"/>
            </a:avLst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574182" y="4572000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INFO_MAKE / MODEL / MODEL_YEAR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536838" y="4572000"/>
            <a:ext cx="1832458" cy="420624"/>
          </a:xfrm>
          <a:prstGeom prst="roundRect">
            <a:avLst>
              <a:gd name="adj" fmla="val 47826"/>
            </a:avLst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536838" y="4572000"/>
            <a:ext cx="18324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INFO_FUEL_CAPACITY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48640" y="5157216"/>
            <a:ext cx="1188720" cy="420624"/>
          </a:xfrm>
          <a:prstGeom prst="roundRect">
            <a:avLst>
              <a:gd name="adj" fmla="val 47826"/>
            </a:avLst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48640" y="515721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NIGHT_MODE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901952" y="5157216"/>
            <a:ext cx="1269187" cy="420624"/>
          </a:xfrm>
          <a:prstGeom prst="roundRect">
            <a:avLst>
              <a:gd name="adj" fmla="val 47826"/>
            </a:avLst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901952" y="5157216"/>
            <a:ext cx="12691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ENGINE_RPM*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335731" y="5157216"/>
            <a:ext cx="1108253" cy="420624"/>
          </a:xfrm>
          <a:prstGeom prst="roundRect">
            <a:avLst>
              <a:gd name="adj" fmla="val 47826"/>
            </a:avLst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3335731" y="5157216"/>
            <a:ext cx="110825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DOOR_POS*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privileged properties — requested, refused by the platform, handled gracefully (see slide 3)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tested on the Android Automotive emulator (API 33, Automotive 1408p landscape)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&amp; Features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995160" y="1197864"/>
            <a:ext cx="457200" cy="457200"/>
          </a:xfrm>
          <a:prstGeom prst="ellipse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4" y="1298448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35240" y="1143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 updates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35240" y="143560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CarPropertyManager callbacks — speed at UI rate, fuel and gear on change; initial values read at startup.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95160" y="2276856"/>
            <a:ext cx="457200" cy="457200"/>
          </a:xfrm>
          <a:prstGeom prst="ellipse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237744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35240" y="2221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Low-fuel alert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635240" y="25146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shown as % of INFO_FUEL_CAPACITY; below 20% the value turns red with a warning icon.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995160" y="3355848"/>
            <a:ext cx="457200" cy="457200"/>
          </a:xfrm>
          <a:prstGeom prst="ellipse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345643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635240" y="33009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/ Night theme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635240" y="359359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DayNight theme + values-night resources; switches live when VHAL NIGHT_MODE changes.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995160" y="4434840"/>
            <a:ext cx="457200" cy="457200"/>
          </a:xfrm>
          <a:prstGeom prst="ellipse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453542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35240" y="43799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history graph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635240" y="467258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Canvas view — last 60 seconds, sampled at 1 Hz, auto-scaling axis.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995160" y="5513832"/>
            <a:ext cx="457200" cy="457200"/>
          </a:xfrm>
          <a:prstGeom prst="ellipse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5744" y="561441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35240" y="54589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permissions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7635240" y="575157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CAR_SPEED, CAR_POWERTRAIN, CAR_ENERGY requested at launch; app connects after grant.</a:t>
            </a:r>
            <a:endParaRPr lang="en-US" sz="11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5AD936F-4AA3-5D37-83EE-DE152A2672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931920"/>
            <a:ext cx="6050280" cy="263363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D523EB4-04A5-92BD-A017-7FAA0D76D6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943525"/>
            <a:ext cx="6050281" cy="26500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Lessons Learned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532120" cy="2148840"/>
          </a:xfrm>
          <a:prstGeom prst="roundRect">
            <a:avLst>
              <a:gd name="adj" fmla="val 3830"/>
            </a:avLst>
          </a:prstGeom>
          <a:solidFill>
            <a:srgbClr val="1E1E1E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5179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9888" y="1417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UX restrictions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960" y="196596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driving, AAOS blocked the app ("You can't use this feature while driving"). Fixed by declaring the activity distractionOptimized — the dashboard UI genuinely follows driver-distraction rules.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37960" y="1188720"/>
            <a:ext cx="5532120" cy="2148840"/>
          </a:xfrm>
          <a:prstGeom prst="roundRect">
            <a:avLst>
              <a:gd name="adj" fmla="val 3830"/>
            </a:avLst>
          </a:prstGeom>
          <a:solidFill>
            <a:srgbClr val="1E1E1E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766560" y="1417320"/>
            <a:ext cx="457200" cy="457200"/>
          </a:xfrm>
          <a:prstGeom prst="ellipse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151790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79208" y="1417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Two-tier permission model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812280" y="196596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fuel and gear use runtime permissions. ENGINE_RPM and DOOR_POS need privileged permissions reserved for OEM system apps — refused even via adb ("not a changeable permission type"). The app catches this and degrades to N/A.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703320"/>
            <a:ext cx="5532120" cy="2148840"/>
          </a:xfrm>
          <a:prstGeom prst="roundRect">
            <a:avLst>
              <a:gd name="adj" fmla="val 3830"/>
            </a:avLst>
          </a:prstGeom>
          <a:solidFill>
            <a:srgbClr val="1E1E1E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03250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89888" y="3931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RPM fallback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22960" y="448056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faking data, RPM is estimated from speed + gear with a simple 6-speed automatic model, and the card is explicitly labeled "Engine RPM (est.)" — transparent about what is real HAL data and what is not.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537960" y="3703320"/>
            <a:ext cx="5532120" cy="2148840"/>
          </a:xfrm>
          <a:prstGeom prst="roundRect">
            <a:avLst>
              <a:gd name="adj" fmla="val 3830"/>
            </a:avLst>
          </a:prstGeom>
          <a:solidFill>
            <a:srgbClr val="1E1E1E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766560" y="3931920"/>
            <a:ext cx="457200" cy="457200"/>
          </a:xfrm>
          <a:prstGeom prst="ellipse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7144" y="403250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79208" y="3931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VHAL units matter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812280" y="448056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reports speed in m/s and fuel in milliliters, while the emulator panel edits liters. A 100%-stuck fuel gauge turned into a lesson: always check units and verify with Logcat before trusting the UI.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</Words>
  <Application>Microsoft Office PowerPoint</Application>
  <PresentationFormat>Widescreen</PresentationFormat>
  <Paragraphs>55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Achim, Darius</cp:lastModifiedBy>
  <cp:revision>2</cp:revision>
  <dcterms:created xsi:type="dcterms:W3CDTF">2026-08-17T09:31:23Z</dcterms:created>
  <dcterms:modified xsi:type="dcterms:W3CDTF">2026-08-18T07:44:35Z</dcterms:modified>
</cp:coreProperties>
</file>